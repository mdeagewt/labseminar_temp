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ba4e719-9303-c1e9-f950-48020f8b53ee}">
          <p14:sldIdLst>
            <p14:sldId id="256"/>
          </p14:sldIdLst>
        </p14:section>
        <p14:section name="Overview" id="{ed8ee782-5fed-710c-8627-20b0d662f623}">
          <p14:sldIdLst>
            <p14:sldId id="257"/>
          </p14:sldIdLst>
        </p14:section>
        <p14:section name="Section" id="{13895a30-2c5e-2d0b-6cdd-0f3baa1faf5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33400"/>
            <a:ext cx="1270000" cy="990600"/>
          </a:xfrm>
          <a:prstGeom prst="rect">
            <a:avLst/>
          </a:prstGeom>
        </p:spPr>
      </p:pic>
      <p:sp>
        <p:nvSpPr>
          <p:cNvPr id="3" name="Course"/>
          <p:cNvSpPr/>
          <p:nvPr>
            <p:ph idx="101" type="body" hasCustomPrompt="1"/>
          </p:nvPr>
        </p:nvSpPr>
        <p:spPr>
          <a:xfrm>
            <a:off x="711200" y="1841500"/>
            <a:ext cx="1076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2300" b="1" dirty="0">
                <a:solidFill>
                  <a:srgbClr val="1D4ED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Course / Venue</a:t>
            </a:r>
            <a:endParaRPr lang="en-US" sz="2300" dirty="0"/>
          </a:p>
        </p:txBody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2324100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PART / TOPIC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2667000"/>
            <a:ext cx="10769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4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6" name="Shape 0"/>
          <p:cNvSpPr/>
          <p:nvPr/>
        </p:nvSpPr>
        <p:spPr>
          <a:xfrm>
            <a:off x="711200" y="4127500"/>
            <a:ext cx="1651000" cy="76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</p:sp>
      <p:sp>
        <p:nvSpPr>
          <p:cNvPr id="7" name="Presenter"/>
          <p:cNvSpPr/>
          <p:nvPr>
            <p:ph idx="105" type="body" hasCustomPrompt="1"/>
          </p:nvPr>
        </p:nvSpPr>
        <p:spPr>
          <a:xfrm>
            <a:off x="711200" y="4343400"/>
            <a:ext cx="1076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800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Presenter Name</a:t>
            </a:r>
            <a:endParaRPr lang="en-US" sz="1800" dirty="0"/>
          </a:p>
        </p:txBody>
      </p:sp>
      <p:sp>
        <p:nvSpPr>
          <p:cNvPr id="8" name="Affiliation"/>
          <p:cNvSpPr/>
          <p:nvPr>
            <p:ph idx="106" type="body" hasCustomPrompt="1"/>
          </p:nvPr>
        </p:nvSpPr>
        <p:spPr>
          <a:xfrm>
            <a:off x="711200" y="6159500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Affiliation · Date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 Divider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Name"/>
          <p:cNvSpPr/>
          <p:nvPr>
            <p:ph idx="100" type="title" hasCustomPrompt="1"/>
          </p:nvPr>
        </p:nvSpPr>
        <p:spPr>
          <a:xfrm>
            <a:off x="711200" y="2921000"/>
            <a:ext cx="1076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6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6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Part Name</a:t>
            </a:r>
            <a:endParaRPr lang="en-US" sz="6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803400"/>
            <a:ext cx="107696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8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8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Section - one-line description</a:t>
            </a:r>
            <a:endParaRPr lang="en-US" sz="1800" dirty="0"/>
          </a:p>
        </p:txBody>
      </p:sp>
      <p:sp>
        <p:nvSpPr>
          <p:cNvPr id="7" name="Footer Section"/>
          <p:cNvSpPr/>
          <p:nvPr>
            <p:ph idx="105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8" name="Shape 1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9" name="Footer Number"/>
          <p:cNvSpPr/>
          <p:nvPr>
            <p:ph idx="107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429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Footer Section"/>
          <p:cNvSpPr/>
          <p:nvPr>
            <p:ph idx="105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8" name="Shape 1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9" name="Footer Number"/>
          <p:cNvSpPr/>
          <p:nvPr>
            <p:ph idx="107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ver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2984500"/>
            <a:ext cx="107696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035300"/>
            <a:ext cx="106680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 and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Lead"/>
          <p:cNvSpPr/>
          <p:nvPr>
            <p:ph idx="104" type="body" hasCustomPrompt="1"/>
          </p:nvPr>
        </p:nvSpPr>
        <p:spPr>
          <a:xfrm>
            <a:off x="711200" y="1739900"/>
            <a:ext cx="1076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 marL="0" algn="l">
              <a:buNone/>
              <a:defRPr lang="en-US" sz="2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pPr indent="0" marL="0">
              <a:buNone/>
            </a:pPr>
            <a:r>
              <a:rPr lang="en-US" sz="2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Lead sentence</a:t>
            </a:r>
            <a:endParaRPr lang="en-US" sz="2300" dirty="0"/>
          </a:p>
        </p:txBody>
      </p:sp>
      <p:sp>
        <p:nvSpPr>
          <p:cNvPr id="7" name="Shape 1"/>
          <p:cNvSpPr/>
          <p:nvPr/>
        </p:nvSpPr>
        <p:spPr>
          <a:xfrm>
            <a:off x="711200" y="2349500"/>
            <a:ext cx="10769600" cy="3683000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2400300"/>
            <a:ext cx="10668000" cy="3581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4381500" cy="429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5270500" y="1739900"/>
            <a:ext cx="6210300" cy="4292600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5321300" y="1790700"/>
            <a:ext cx="6108700" cy="419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2984500"/>
            <a:ext cx="52451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035300"/>
            <a:ext cx="51435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Shape 2"/>
          <p:cNvSpPr/>
          <p:nvPr/>
        </p:nvSpPr>
        <p:spPr>
          <a:xfrm>
            <a:off x="6235700" y="2984500"/>
            <a:ext cx="52451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Figure"/>
          <p:cNvSpPr/>
          <p:nvPr>
            <p:ph idx="108" type="pic"/>
          </p:nvPr>
        </p:nvSpPr>
        <p:spPr>
          <a:xfrm>
            <a:off x="6286500" y="3035300"/>
            <a:ext cx="51435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1" name="Footer Section"/>
          <p:cNvSpPr/>
          <p:nvPr>
            <p:ph idx="109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2" name="Shape 3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3" name="Footer Number"/>
          <p:cNvSpPr/>
          <p:nvPr>
            <p:ph idx="111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3556000"/>
            <a:ext cx="3454400" cy="24765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606800"/>
            <a:ext cx="3352800" cy="2374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Shape 2"/>
          <p:cNvSpPr/>
          <p:nvPr/>
        </p:nvSpPr>
        <p:spPr>
          <a:xfrm>
            <a:off x="4368800" y="3556000"/>
            <a:ext cx="3454400" cy="24765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Figure"/>
          <p:cNvSpPr/>
          <p:nvPr>
            <p:ph idx="108" type="pic"/>
          </p:nvPr>
        </p:nvSpPr>
        <p:spPr>
          <a:xfrm>
            <a:off x="4419600" y="3606800"/>
            <a:ext cx="3352800" cy="2374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1" name="Shape 3"/>
          <p:cNvSpPr/>
          <p:nvPr/>
        </p:nvSpPr>
        <p:spPr>
          <a:xfrm>
            <a:off x="8026400" y="3556000"/>
            <a:ext cx="3454400" cy="24765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Figure"/>
          <p:cNvSpPr/>
          <p:nvPr>
            <p:ph idx="110" type="pic"/>
          </p:nvPr>
        </p:nvSpPr>
        <p:spPr>
          <a:xfrm>
            <a:off x="8077200" y="3606800"/>
            <a:ext cx="3352800" cy="2374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3" name="Footer Section"/>
          <p:cNvSpPr/>
          <p:nvPr>
            <p:ph idx="111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4" name="Shape 4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5" name="Footer Number"/>
          <p:cNvSpPr/>
          <p:nvPr>
            <p:ph idx="113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711200" y="1739900"/>
            <a:ext cx="5295900" cy="4292600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Figure"/>
          <p:cNvSpPr/>
          <p:nvPr>
            <p:ph idx="105" type="pic"/>
          </p:nvPr>
        </p:nvSpPr>
        <p:spPr>
          <a:xfrm>
            <a:off x="762000" y="1790700"/>
            <a:ext cx="5194300" cy="419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6184900" y="1739900"/>
            <a:ext cx="5295900" cy="429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v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711200" y="1739900"/>
            <a:ext cx="107696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Figure"/>
          <p:cNvSpPr/>
          <p:nvPr>
            <p:ph idx="105" type="pic"/>
          </p:nvPr>
        </p:nvSpPr>
        <p:spPr>
          <a:xfrm>
            <a:off x="762000" y="1790700"/>
            <a:ext cx="106680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711200" y="4965700"/>
            <a:ext cx="10769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5245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3060700"/>
            <a:ext cx="5245100" cy="29718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111500"/>
            <a:ext cx="5143500" cy="287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Body"/>
          <p:cNvSpPr/>
          <p:nvPr>
            <p:ph idx="107" type="body" hasCustomPrompt="1"/>
          </p:nvPr>
        </p:nvSpPr>
        <p:spPr>
          <a:xfrm>
            <a:off x="6235700" y="1739900"/>
            <a:ext cx="5245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10" name="Shape 2"/>
          <p:cNvSpPr/>
          <p:nvPr/>
        </p:nvSpPr>
        <p:spPr>
          <a:xfrm>
            <a:off x="6235700" y="3060700"/>
            <a:ext cx="5245100" cy="29718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Figure"/>
          <p:cNvSpPr/>
          <p:nvPr>
            <p:ph idx="109" type="pic"/>
          </p:nvPr>
        </p:nvSpPr>
        <p:spPr>
          <a:xfrm>
            <a:off x="6286500" y="3111500"/>
            <a:ext cx="5143500" cy="287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2" name="Footer Section"/>
          <p:cNvSpPr/>
          <p:nvPr>
            <p:ph idx="110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3" name="Shape 3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4" name="Footer Number"/>
          <p:cNvSpPr/>
          <p:nvPr>
            <p:ph idx="112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711200" y="1739900"/>
            <a:ext cx="10769600" cy="4292600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Figure"/>
          <p:cNvSpPr/>
          <p:nvPr>
            <p:ph idx="105" type="pic"/>
          </p:nvPr>
        </p:nvSpPr>
        <p:spPr>
          <a:xfrm>
            <a:off x="762000" y="1790700"/>
            <a:ext cx="10668000" cy="419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8" name="Footer Section"/>
          <p:cNvSpPr/>
          <p:nvPr>
            <p:ph idx="106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Footer Number"/>
          <p:cNvSpPr/>
          <p:nvPr>
            <p:ph idx="108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Footer Section"/>
          <p:cNvSpPr/>
          <p:nvPr>
            <p:ph idx="104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7" name="Shape 1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Footer Number"/>
          <p:cNvSpPr/>
          <p:nvPr>
            <p:ph idx="106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Lab Seminar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Part Name In English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소속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Section One</a:t>
            </a:r>
            <a:r>
              <a:t> — 한 줄 설명</a:t>
            </a:r>
          </a:p>
          <a:p>
            <a:r>
              <a:rPr b="1">
                <a:solidFill>
                  <a:srgbClr val="0F172A"/>
                </a:solidFill>
              </a:rPr>
              <a:t>Section Two</a:t>
            </a:r>
            <a:r>
              <a:t> — 한 줄 설명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파트 이름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Section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SECTION 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Slide Title In English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>
          <a:xfrm>
            <a:off x="711200" y="1739900"/>
            <a:ext cx="5384800" cy="611505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b="1">
                <a:solidFill>
                  <a:srgbClr val="0F172A"/>
                </a:solidFill>
              </a:rPr>
              <a:t>말머리</a:t>
            </a:r>
            <a:r>
              <a:t> — 설명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0F172A"/>
                </a:solidFill>
              </a:rPr>
              <a:t>말머리</a:t>
            </a:r>
            <a:r>
              <a:t> — 설명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파트 이름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01 / 03</a:t>
            </a:r>
          </a:p>
        </p:txBody>
      </p:sp>
      <p:sp>
        <p:nvSpPr>
          <p:cNvPr id="7" name="Progress"/>
          <p:cNvSpPr/>
          <p:nvPr/>
        </p:nvSpPr>
        <p:spPr>
          <a:xfrm>
            <a:off x="2730500" y="6261100"/>
            <a:ext cx="2645833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711200" y="2440305"/>
            <a:ext cx="5384800" cy="999490"/>
          </a:xfrm>
          <a:prstGeom prst="roundRect">
            <a:avLst>
              <a:gd name="adj" fmla="val 12706"/>
            </a:avLst>
          </a:prstGeom>
          <a:solidFill>
            <a:srgbClr val="DBEAFE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18105"/>
            <a:ext cx="4978400" cy="643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D4ED8"/>
                </a:solidFill>
                <a:latin typeface="+mj-lt"/>
              </a:rPr>
              <a:t>카드 제목</a:t>
            </a:r>
          </a:p>
          <a:p>
            <a:r>
              <a:rPr sz="1450">
                <a:solidFill>
                  <a:srgbClr val="475569"/>
                </a:solidFill>
              </a:rPr>
              <a:t>꼭 기억해야 할 한 문장이 있을 때만 쓴다.</a:t>
            </a:r>
          </a:p>
        </p:txBody>
      </p:sp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6273800" y="1739900"/>
          <a:ext cx="5207000" cy="1327785"/>
        </p:xfrm>
        <a:graphic>
          <a:graphicData uri="http://schemas.openxmlformats.org/drawingml/2006/table">
            <a:tbl>
              <a:tblPr firstRow="0" bandRow="0"/>
              <a:tblGrid>
                <a:gridCol w="2082800"/>
                <a:gridCol w="3124200"/>
              </a:tblGrid>
              <a:tr h="44259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+mj-lt"/>
                        </a:rPr>
                        <a:t>Header</a:t>
                      </a:r>
                    </a:p>
                  </a:txBody>
                  <a:tcPr marL="0" marR="1270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>
                      <a:solidFill>
                        <a:srgbClr val="DBEAF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4ED8"/>
                          </a:solidFill>
                          <a:latin typeface="+mj-lt"/>
                        </a:rPr>
                        <a:t>Header</a:t>
                      </a:r>
                    </a:p>
                  </a:txBody>
                  <a:tcPr marL="127000" marR="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>
                      <a:solidFill>
                        <a:srgbClr val="DBEAFE"/>
                      </a:solidFill>
                    </a:lnB>
                    <a:noFill/>
                  </a:tcPr>
                </a:tc>
              </a:tr>
              <a:tr h="442595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</a:rPr>
                        <a:t>항목</a:t>
                      </a:r>
                    </a:p>
                  </a:txBody>
                  <a:tcPr marL="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475569"/>
                          </a:solidFill>
                        </a:rPr>
                        <a:t>내용</a:t>
                      </a:r>
                    </a:p>
                  </a:txBody>
                  <a:tcPr marL="127000" marR="0" marT="101600" marB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442595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</a:rPr>
                        <a:t>항목</a:t>
                      </a:r>
                    </a:p>
                  </a:txBody>
                  <a:tcPr marL="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475569"/>
                          </a:solidFill>
                        </a:rPr>
                        <a:t>내용</a:t>
                      </a:r>
                    </a:p>
                  </a:txBody>
                  <a:tcPr marL="127000" marR="0" marT="101600" marB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SECTION 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Equation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>
          <a:xfrm>
            <a:off x="711200" y="1739900"/>
            <a:ext cx="10769600" cy="274002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b="1">
                <a:solidFill>
                  <a:srgbClr val="0F172A"/>
                </a:solidFill>
              </a:rPr>
              <a:t>말머리</a:t>
            </a:r>
            <a:r>
              <a:t> — 식이 무엇을 말하는지 한 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파트 이름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02 / 03</a:t>
            </a:r>
          </a:p>
        </p:txBody>
      </p:sp>
      <p:sp>
        <p:nvSpPr>
          <p:cNvPr id="7" name="Progress"/>
          <p:cNvSpPr/>
          <p:nvPr/>
        </p:nvSpPr>
        <p:spPr>
          <a:xfrm>
            <a:off x="2730500" y="6261100"/>
            <a:ext cx="5291666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ame"/>
          <p:cNvSpPr/>
          <p:nvPr/>
        </p:nvSpPr>
        <p:spPr>
          <a:xfrm>
            <a:off x="711200" y="2166302"/>
            <a:ext cx="10769600" cy="3866197"/>
          </a:xfrm>
          <a:prstGeom prst="roundRect">
            <a:avLst>
              <a:gd name="adj" fmla="val 229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fa6254cbdf582f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79" y="3740499"/>
            <a:ext cx="2085441" cy="352044"/>
          </a:xfrm>
          <a:prstGeom prst="rect">
            <a:avLst/>
          </a:prstGeom>
        </p:spPr>
      </p:pic>
      <p:sp>
        <p:nvSpPr>
          <p:cNvPr id="10" name="Equation Number"/>
          <p:cNvSpPr txBox="1"/>
          <p:nvPr/>
        </p:nvSpPr>
        <p:spPr>
          <a:xfrm>
            <a:off x="10909300" y="3740499"/>
            <a:ext cx="43180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JetBrains Mono" pitchFamily="49" charset="0"/>
              </a:rPr>
              <a:t>(1)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900" y="4168743"/>
            <a:ext cx="104902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quation Notes"/>
          <p:cNvSpPr txBox="1"/>
          <p:nvPr/>
        </p:nvSpPr>
        <p:spPr>
          <a:xfrm>
            <a:off x="850900" y="4244943"/>
            <a:ext cx="10490200" cy="21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32">
                <a:solidFill>
                  <a:srgbClr val="1D4ED8"/>
                </a:solidFill>
                <a:latin typeface="JetBrains Mono" pitchFamily="49" charset="0"/>
              </a:rPr>
              <a:t>a, b, c</a:t>
            </a:r>
            <a:r>
              <a:rPr sz="1200">
                <a:solidFill>
                  <a:srgbClr val="475569"/>
                </a:solidFill>
              </a:rPr>
              <a:t> 계수 · </a:t>
            </a:r>
            <a:r>
              <a:rPr sz="1032">
                <a:solidFill>
                  <a:srgbClr val="1D4ED8"/>
                </a:solidFill>
                <a:latin typeface="JetBrains Mono" pitchFamily="49" charset="0"/>
              </a:rPr>
              <a:t>x</a:t>
            </a:r>
            <a:r>
              <a:rPr sz="1200">
                <a:solidFill>
                  <a:srgbClr val="475569"/>
                </a:solidFill>
              </a:rPr>
              <a:t> 입력 · </a:t>
            </a:r>
            <a:r>
              <a:rPr sz="1032">
                <a:solidFill>
                  <a:srgbClr val="1D4ED8"/>
                </a:solidFill>
                <a:latin typeface="JetBrains Mono" pitchFamily="49" charset="0"/>
              </a:rPr>
              <a:t>y</a:t>
            </a:r>
            <a:r>
              <a:rPr sz="1200">
                <a:solidFill>
                  <a:srgbClr val="475569"/>
                </a:solidFill>
              </a:rPr>
              <a:t> 출력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SECTION TWO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Figure and Video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>
          <a:xfrm>
            <a:off x="711200" y="1739900"/>
            <a:ext cx="4738624" cy="860107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b="1">
                <a:solidFill>
                  <a:srgbClr val="0F172A"/>
                </a:solidFill>
              </a:rPr>
              <a:t>그림</a:t>
            </a:r>
            <a:r>
              <a:t> — </a:t>
            </a:r>
            <a:r>
              <a:rPr>
                <a:solidFill>
                  <a:srgbClr val="1D4ED8"/>
                </a:solidFill>
                <a:latin typeface="JetBrains Mono" pitchFamily="49" charset="0"/>
              </a:rPr>
              <a:t>figure:</a:t>
            </a:r>
            <a:r>
              <a:t> 에 이미지 경로를 넣는다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0F172A"/>
                </a:solidFill>
              </a:rPr>
              <a:t>동영상</a:t>
            </a:r>
            <a:r>
              <a:t> — </a:t>
            </a:r>
            <a:r>
              <a:rPr>
                <a:solidFill>
                  <a:srgbClr val="1D4ED8"/>
                </a:solidFill>
                <a:latin typeface="JetBrains Mono" pitchFamily="49" charset="0"/>
              </a:rPr>
              <a:t>{video: ..., poster: ...}</a:t>
            </a:r>
            <a:r>
              <a:t>. 무음 자동 재생이 기본이고 poster 를 반드시 지정한다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파트 이름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03 / 03</a:t>
            </a:r>
          </a:p>
        </p:txBody>
      </p:sp>
      <p:sp>
        <p:nvSpPr>
          <p:cNvPr id="7" name="Progress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ame"/>
          <p:cNvSpPr/>
          <p:nvPr/>
        </p:nvSpPr>
        <p:spPr>
          <a:xfrm>
            <a:off x="5627624" y="1739900"/>
            <a:ext cx="5853176" cy="4292600"/>
          </a:xfrm>
          <a:prstGeom prst="roundRect">
            <a:avLst>
              <a:gd name="adj" fmla="val 236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4" y="1790700"/>
            <a:ext cx="5751576" cy="35947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V Lab">
  <a:themeElements>
    <a:clrScheme name="SUV Lab">
      <a:dk1>
        <a:srgbClr val="0F172A"/>
      </a:dk1>
      <a:lt1>
        <a:srgbClr val="FFFFFF"/>
      </a:lt1>
      <a:dk2>
        <a:srgbClr val="475569"/>
      </a:dk2>
      <a:lt2>
        <a:srgbClr val="DBEAFE"/>
      </a:lt2>
      <a:accent1>
        <a:srgbClr val="3B82F6"/>
      </a:accent1>
      <a:accent2>
        <a:srgbClr val="1D4ED8"/>
      </a:accent2>
      <a:accent3>
        <a:srgbClr val="22C55E"/>
      </a:accent3>
      <a:accent4>
        <a:srgbClr val="FBBF24"/>
      </a:accent4>
      <a:accent5>
        <a:srgbClr val="F87171"/>
      </a:accent5>
      <a:accent6>
        <a:srgbClr val="7C3AED"/>
      </a:accent6>
      <a:hlink>
        <a:srgbClr val="3B82F6"/>
      </a:hlink>
      <a:folHlink>
        <a:srgbClr val="1D4ED8"/>
      </a:folHlink>
    </a:clrScheme>
    <a:fontScheme name="SUV Lab">
      <a:majorFont>
        <a:latin typeface="Nunito"/>
        <a:ea typeface="Noto Sans KR"/>
        <a:cs typeface=""/>
        <a:font script="Jpan" typeface="游ゴシック Light"/>
        <a:font script="Hang" typeface="Noto Sans KR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"/>
        <a:ea typeface="Noto Sans KR"/>
        <a:cs typeface=""/>
        <a:font script="Jpan" typeface="游ゴシック"/>
        <a:font script="Hang" typeface="Noto Sans K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SUV Lab Seminar Template</dc:title>
  <dc:subject>PptxGenJS Presentation</dc:subject>
  <dc:creator>SUV Lab</dc:creator>
  <cp:lastModifiedBy>SUV Lab</cp:lastModifiedBy>
  <cp:revision>1</cp:revision>
  <dcterms:created xsi:type="dcterms:W3CDTF">2026-10-12T13:52:52Z</dcterms:created>
  <dcterms:modified xsi:type="dcterms:W3CDTF">2026-10-12T13:52:52Z</dcterms:modified>
</cp:coreProperties>
</file>