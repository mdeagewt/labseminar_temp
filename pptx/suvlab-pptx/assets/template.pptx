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3ba4e719-9303-c1e9-f950-48020f8b53ee}">
          <p14:sldIdLst>
            <p14:sldId id="256"/>
          </p14:sldIdLst>
        </p14:section>
        <p14:section name="Overview" id="{ed8ee782-5fed-710c-8627-20b0d662f623}">
          <p14:sldIdLst>
            <p14:sldId id="257"/>
          </p14:sldIdLst>
        </p14:section>
        <p14:section name="Section" id="{13895a30-2c5e-2d0b-6cdd-0f3baa1faf5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533400"/>
            <a:ext cx="1270000" cy="990600"/>
          </a:xfrm>
          <a:prstGeom prst="rect">
            <a:avLst/>
          </a:prstGeom>
        </p:spPr>
      </p:pic>
      <p:sp>
        <p:nvSpPr>
          <p:cNvPr id="3" name="Course"/>
          <p:cNvSpPr/>
          <p:nvPr>
            <p:ph idx="101" type="body" hasCustomPrompt="1"/>
          </p:nvPr>
        </p:nvSpPr>
        <p:spPr>
          <a:xfrm>
            <a:off x="711200" y="1841500"/>
            <a:ext cx="1076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2300" b="1" dirty="0">
                <a:solidFill>
                  <a:srgbClr val="1D4ED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2300" b="1" dirty="0">
                <a:solidFill>
                  <a:srgbClr val="1D4ED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Course / Venue</a:t>
            </a:r>
            <a:endParaRPr lang="en-US" sz="2300" dirty="0"/>
          </a:p>
        </p:txBody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2324100"/>
            <a:ext cx="1076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PART / TOPIC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2667000"/>
            <a:ext cx="107696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4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Presentation Title</a:t>
            </a:r>
            <a:endParaRPr lang="en-US" sz="4200" dirty="0"/>
          </a:p>
        </p:txBody>
      </p:sp>
      <p:sp>
        <p:nvSpPr>
          <p:cNvPr id="6" name="Shape 0"/>
          <p:cNvSpPr/>
          <p:nvPr/>
        </p:nvSpPr>
        <p:spPr>
          <a:xfrm>
            <a:off x="711200" y="4127500"/>
            <a:ext cx="1651000" cy="76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</p:sp>
      <p:sp>
        <p:nvSpPr>
          <p:cNvPr id="7" name="Presenter"/>
          <p:cNvSpPr/>
          <p:nvPr>
            <p:ph idx="105" type="body" hasCustomPrompt="1"/>
          </p:nvPr>
        </p:nvSpPr>
        <p:spPr>
          <a:xfrm>
            <a:off x="711200" y="4343400"/>
            <a:ext cx="1076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800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Presenter Name</a:t>
            </a:r>
            <a:endParaRPr lang="en-US" sz="1800" dirty="0"/>
          </a:p>
        </p:txBody>
      </p:sp>
      <p:sp>
        <p:nvSpPr>
          <p:cNvPr id="8" name="Affiliation"/>
          <p:cNvSpPr/>
          <p:nvPr>
            <p:ph idx="106" type="body" hasCustomPrompt="1"/>
          </p:nvPr>
        </p:nvSpPr>
        <p:spPr>
          <a:xfrm>
            <a:off x="711200" y="6159500"/>
            <a:ext cx="1076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Affiliation · Date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 Divider">
    <p:bg>
      <p:bgPr>
        <a:solidFill>
          <a:srgbClr val="DBEA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Name"/>
          <p:cNvSpPr/>
          <p:nvPr>
            <p:ph idx="100" type="title" hasCustomPrompt="1"/>
          </p:nvPr>
        </p:nvSpPr>
        <p:spPr>
          <a:xfrm>
            <a:off x="711200" y="2921000"/>
            <a:ext cx="1076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6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62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Part Name</a:t>
            </a:r>
            <a:endParaRPr lang="en-US" sz="6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803400"/>
            <a:ext cx="107696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8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8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Section - one-line description</a:t>
            </a:r>
            <a:endParaRPr lang="en-US" sz="1800" dirty="0"/>
          </a:p>
        </p:txBody>
      </p:sp>
      <p:sp>
        <p:nvSpPr>
          <p:cNvPr id="7" name="Footer Section"/>
          <p:cNvSpPr/>
          <p:nvPr>
            <p:ph idx="105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8" name="Shape 1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9" name="Footer Number"/>
          <p:cNvSpPr/>
          <p:nvPr>
            <p:ph idx="107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429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Footer Section"/>
          <p:cNvSpPr/>
          <p:nvPr>
            <p:ph idx="105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8" name="Shape 1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9" name="Footer Number"/>
          <p:cNvSpPr/>
          <p:nvPr>
            <p:ph idx="107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ver 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2984500"/>
            <a:ext cx="107696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035300"/>
            <a:ext cx="106680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ad and 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Lead"/>
          <p:cNvSpPr/>
          <p:nvPr>
            <p:ph idx="104" type="body" hasCustomPrompt="1"/>
          </p:nvPr>
        </p:nvSpPr>
        <p:spPr>
          <a:xfrm>
            <a:off x="711200" y="1739900"/>
            <a:ext cx="107696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 marL="0" algn="l">
              <a:buNone/>
              <a:defRPr lang="en-US" sz="2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pPr indent="0" marL="0">
              <a:buNone/>
            </a:pPr>
            <a:r>
              <a:rPr lang="en-US" sz="230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Lead sentence</a:t>
            </a:r>
            <a:endParaRPr lang="en-US" sz="2300" dirty="0"/>
          </a:p>
        </p:txBody>
      </p:sp>
      <p:sp>
        <p:nvSpPr>
          <p:cNvPr id="7" name="Shape 1"/>
          <p:cNvSpPr/>
          <p:nvPr/>
        </p:nvSpPr>
        <p:spPr>
          <a:xfrm>
            <a:off x="711200" y="2349500"/>
            <a:ext cx="10769600" cy="3683000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2400300"/>
            <a:ext cx="10668000" cy="3581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Fig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4381500" cy="429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5270500" y="1739900"/>
            <a:ext cx="6210300" cy="4292600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5321300" y="1790700"/>
            <a:ext cx="6108700" cy="419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2984500"/>
            <a:ext cx="52451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035300"/>
            <a:ext cx="51435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Shape 2"/>
          <p:cNvSpPr/>
          <p:nvPr/>
        </p:nvSpPr>
        <p:spPr>
          <a:xfrm>
            <a:off x="6235700" y="2984500"/>
            <a:ext cx="52451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Figure"/>
          <p:cNvSpPr/>
          <p:nvPr>
            <p:ph idx="108" type="pic"/>
          </p:nvPr>
        </p:nvSpPr>
        <p:spPr>
          <a:xfrm>
            <a:off x="6286500" y="3035300"/>
            <a:ext cx="51435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1" name="Footer Section"/>
          <p:cNvSpPr/>
          <p:nvPr>
            <p:ph idx="109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2" name="Shape 3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3" name="Footer Number"/>
          <p:cNvSpPr/>
          <p:nvPr>
            <p:ph idx="111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10769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3556000"/>
            <a:ext cx="3454400" cy="24765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606800"/>
            <a:ext cx="3352800" cy="2374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Shape 2"/>
          <p:cNvSpPr/>
          <p:nvPr/>
        </p:nvSpPr>
        <p:spPr>
          <a:xfrm>
            <a:off x="4368800" y="3556000"/>
            <a:ext cx="3454400" cy="24765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Figure"/>
          <p:cNvSpPr/>
          <p:nvPr>
            <p:ph idx="108" type="pic"/>
          </p:nvPr>
        </p:nvSpPr>
        <p:spPr>
          <a:xfrm>
            <a:off x="4419600" y="3606800"/>
            <a:ext cx="3352800" cy="2374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1" name="Shape 3"/>
          <p:cNvSpPr/>
          <p:nvPr/>
        </p:nvSpPr>
        <p:spPr>
          <a:xfrm>
            <a:off x="8026400" y="3556000"/>
            <a:ext cx="3454400" cy="247650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Figure"/>
          <p:cNvSpPr/>
          <p:nvPr>
            <p:ph idx="110" type="pic"/>
          </p:nvPr>
        </p:nvSpPr>
        <p:spPr>
          <a:xfrm>
            <a:off x="8077200" y="3606800"/>
            <a:ext cx="3352800" cy="23749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3" name="Footer Section"/>
          <p:cNvSpPr/>
          <p:nvPr>
            <p:ph idx="111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4" name="Shape 4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5" name="Footer Number"/>
          <p:cNvSpPr/>
          <p:nvPr>
            <p:ph idx="113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711200" y="1739900"/>
            <a:ext cx="5295900" cy="4292600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Figure"/>
          <p:cNvSpPr/>
          <p:nvPr>
            <p:ph idx="105" type="pic"/>
          </p:nvPr>
        </p:nvSpPr>
        <p:spPr>
          <a:xfrm>
            <a:off x="762000" y="1790700"/>
            <a:ext cx="5194300" cy="419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8" name="Body"/>
          <p:cNvSpPr/>
          <p:nvPr>
            <p:ph idx="106" type="body" hasCustomPrompt="1"/>
          </p:nvPr>
        </p:nvSpPr>
        <p:spPr>
          <a:xfrm>
            <a:off x="6184900" y="1739900"/>
            <a:ext cx="5295900" cy="429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v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711200" y="1739900"/>
            <a:ext cx="10769600" cy="3048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Figure"/>
          <p:cNvSpPr/>
          <p:nvPr>
            <p:ph idx="105" type="pic"/>
          </p:nvPr>
        </p:nvSpPr>
        <p:spPr>
          <a:xfrm>
            <a:off x="762000" y="1790700"/>
            <a:ext cx="10668000" cy="2946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8" name="Body"/>
          <p:cNvSpPr/>
          <p:nvPr>
            <p:ph idx="106" type="body" hasCustomPrompt="1"/>
          </p:nvPr>
        </p:nvSpPr>
        <p:spPr>
          <a:xfrm>
            <a:off x="711200" y="4965700"/>
            <a:ext cx="107696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9" name="Footer Section"/>
          <p:cNvSpPr/>
          <p:nvPr>
            <p:ph idx="107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0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1" name="Footer Number"/>
          <p:cNvSpPr/>
          <p:nvPr>
            <p:ph idx="109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Body"/>
          <p:cNvSpPr/>
          <p:nvPr>
            <p:ph idx="104" type="body" hasCustomPrompt="1"/>
          </p:nvPr>
        </p:nvSpPr>
        <p:spPr>
          <a:xfrm>
            <a:off x="711200" y="1739900"/>
            <a:ext cx="5245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7" name="Shape 1"/>
          <p:cNvSpPr/>
          <p:nvPr/>
        </p:nvSpPr>
        <p:spPr>
          <a:xfrm>
            <a:off x="711200" y="3060700"/>
            <a:ext cx="5245100" cy="29718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Figure"/>
          <p:cNvSpPr/>
          <p:nvPr>
            <p:ph idx="106" type="pic"/>
          </p:nvPr>
        </p:nvSpPr>
        <p:spPr>
          <a:xfrm>
            <a:off x="762000" y="3111500"/>
            <a:ext cx="5143500" cy="287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9" name="Body"/>
          <p:cNvSpPr/>
          <p:nvPr>
            <p:ph idx="107" type="body" hasCustomPrompt="1"/>
          </p:nvPr>
        </p:nvSpPr>
        <p:spPr>
          <a:xfrm>
            <a:off x="6235700" y="1739900"/>
            <a:ext cx="5245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215900" indent="-215900"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  <a:buClr>
                <a:srgbClr val="3B82F6"/>
              </a:buClr>
              <a:buSzPct val="80000"/>
              <a:buFont typeface="Arial" pitchFamily="34" charset="0"/>
              <a:buChar char="●"/>
              <a:def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defRPr>
            </a:lvl1pPr>
          </a:lstStyle>
          <a:p>
            <a:r>
              <a:rPr lang="en-US" sz="1450" dirty="0">
                <a:solidFill>
                  <a:srgbClr val="475569"/>
                </a:solidFill>
                <a:latin typeface="Atkinson Hyperlegible" pitchFamily="34" charset="0"/>
                <a:ea typeface="Noto Sans KR" pitchFamily="34" charset="-122"/>
                <a:cs typeface="Atkinson Hyperlegible" pitchFamily="34" charset="-120"/>
              </a:rPr>
              <a:t>Bullet - one sentence per paragraph</a:t>
            </a:r>
            <a:endParaRPr lang="en-US" sz="1450" dirty="0"/>
          </a:p>
        </p:txBody>
      </p:sp>
      <p:sp>
        <p:nvSpPr>
          <p:cNvPr id="10" name="Shape 2"/>
          <p:cNvSpPr/>
          <p:nvPr/>
        </p:nvSpPr>
        <p:spPr>
          <a:xfrm>
            <a:off x="6235700" y="3060700"/>
            <a:ext cx="5245100" cy="29718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Figure"/>
          <p:cNvSpPr/>
          <p:nvPr>
            <p:ph idx="109" type="pic"/>
          </p:nvPr>
        </p:nvSpPr>
        <p:spPr>
          <a:xfrm>
            <a:off x="6286500" y="3111500"/>
            <a:ext cx="5143500" cy="287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12" name="Footer Section"/>
          <p:cNvSpPr/>
          <p:nvPr>
            <p:ph idx="110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13" name="Shape 3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4" name="Footer Number"/>
          <p:cNvSpPr/>
          <p:nvPr>
            <p:ph idx="112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Shape 1"/>
          <p:cNvSpPr/>
          <p:nvPr/>
        </p:nvSpPr>
        <p:spPr>
          <a:xfrm>
            <a:off x="711200" y="1739900"/>
            <a:ext cx="10769600" cy="4292600"/>
          </a:xfrm>
          <a:prstGeom prst="roundRect">
            <a:avLst>
              <a:gd name="adj" fmla="val 236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Figure"/>
          <p:cNvSpPr/>
          <p:nvPr>
            <p:ph idx="105" type="pic"/>
          </p:nvPr>
        </p:nvSpPr>
        <p:spPr>
          <a:xfrm>
            <a:off x="762000" y="1790700"/>
            <a:ext cx="10668000" cy="4191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rgbClr val="94A3B8"/>
                </a:solidFill>
              </a:defRPr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94A3B8"/>
                </a:solidFill>
              </a:rPr>
              <a:t>Insert figure</a:t>
            </a:r>
            <a:endParaRPr lang="en-US" dirty="0"/>
          </a:p>
        </p:txBody>
      </p:sp>
      <p:sp>
        <p:nvSpPr>
          <p:cNvPr id="8" name="Footer Section"/>
          <p:cNvSpPr/>
          <p:nvPr>
            <p:ph idx="106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9" name="Shape 2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0" name="Footer Number"/>
          <p:cNvSpPr/>
          <p:nvPr>
            <p:ph idx="108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ab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0" y="533400"/>
            <a:ext cx="908050" cy="711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1200" y="14986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" name="Kicker"/>
          <p:cNvSpPr/>
          <p:nvPr>
            <p:ph idx="102" type="body" hasCustomPrompt="1"/>
          </p:nvPr>
        </p:nvSpPr>
        <p:spPr>
          <a:xfrm>
            <a:off x="711200" y="5334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b="1" spc="100" kern="0" dirty="0">
                <a:solidFill>
                  <a:srgbClr val="3B82F6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711200" y="80010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lnSpc>
                <a:spcPct val="100000"/>
              </a:lnSpc>
              <a:buNone/>
              <a:def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Slide Title</a:t>
            </a:r>
            <a:endParaRPr lang="en-US" sz="3800" dirty="0"/>
          </a:p>
        </p:txBody>
      </p:sp>
      <p:sp>
        <p:nvSpPr>
          <p:cNvPr id="6" name="Footer Section"/>
          <p:cNvSpPr/>
          <p:nvPr>
            <p:ph idx="104" type="body" hasCustomPrompt="1"/>
          </p:nvPr>
        </p:nvSpPr>
        <p:spPr>
          <a:xfrm>
            <a:off x="711200" y="6172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 marL="0" algn="l">
              <a:buNone/>
              <a:def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defRPr>
            </a:lvl1pPr>
          </a:lstStyle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Nunito" pitchFamily="34" charset="0"/>
                <a:ea typeface="Noto Sans KR" pitchFamily="34" charset="-122"/>
                <a:cs typeface="Nunito" pitchFamily="34" charset="-120"/>
              </a:rPr>
              <a:t>Section</a:t>
            </a:r>
            <a:endParaRPr lang="en-US" sz="1300" dirty="0"/>
          </a:p>
        </p:txBody>
      </p:sp>
      <p:sp>
        <p:nvSpPr>
          <p:cNvPr id="7" name="Shape 1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8" name="Footer Number"/>
          <p:cNvSpPr/>
          <p:nvPr>
            <p:ph idx="106" type="body" hasCustomPrompt="1"/>
          </p:nvPr>
        </p:nvSpPr>
        <p:spPr>
          <a:xfrm>
            <a:off x="10731500" y="6172200"/>
            <a:ext cx="74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r" indent="0" marL="0">
              <a:buNone/>
              <a:def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00 / 00</a:t>
            </a:r>
            <a:endParaRPr lang="en-US" sz="13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"/>
          <p:cNvSpPr/>
          <p:nvPr>
            <p:ph idx="101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2300" dirty="0"/>
          </a:p>
        </p:txBody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200" dirty="0"/>
          </a:p>
        </p:txBody>
      </p:sp>
      <p:sp>
        <p:nvSpPr>
          <p:cNvPr id="5" name="Presenter"/>
          <p:cNvSpPr/>
          <p:nvPr>
            <p:ph idx="105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Affiliation"/>
          <p:cNvSpPr/>
          <p:nvPr>
            <p:ph idx="106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4" name="Body"/>
          <p:cNvSpPr/>
          <p:nvPr>
            <p:ph idx="104" type="body" hasCustomPrompt="1"/>
          </p:nvPr>
        </p:nvSpPr>
        <p:spPr/>
        <p:txBody>
          <a:bodyPr>
            <a:normAutofit/>
          </a:bodyPr>
          <a:lstStyle/>
          <a:p>
            <a:endParaRPr lang="en-US" sz="1800" dirty="0"/>
          </a:p>
        </p:txBody>
      </p:sp>
      <p:sp>
        <p:nvSpPr>
          <p:cNvPr id="5" name="Footer Section"/>
          <p:cNvSpPr/>
          <p:nvPr>
            <p:ph idx="105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Footer Number"/>
          <p:cNvSpPr/>
          <p:nvPr>
            <p:ph idx="107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t Name"/>
          <p:cNvSpPr/>
          <p:nvPr>
            <p:ph idx="100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6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714375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Body"/>
          <p:cNvSpPr/>
          <p:nvPr>
            <p:ph idx="104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6" name="Footer Section"/>
          <p:cNvSpPr/>
          <p:nvPr>
            <p:ph idx="105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Footer Number"/>
          <p:cNvSpPr/>
          <p:nvPr>
            <p:ph idx="107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1428750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Body"/>
          <p:cNvSpPr/>
          <p:nvPr>
            <p:ph idx="104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6" name="Figure"/>
          <p:cNvSpPr/>
          <p:nvPr>
            <p:ph idx="106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Footer Section"/>
          <p:cNvSpPr/>
          <p:nvPr>
            <p:ph idx="107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Footer Number"/>
          <p:cNvSpPr/>
          <p:nvPr>
            <p:ph idx="109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2143125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Lead"/>
          <p:cNvSpPr/>
          <p:nvPr>
            <p:ph idx="104" type="body" hasCustomPrompt="1"/>
          </p:nvPr>
        </p:nvSpPr>
        <p:spPr/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300" dirty="0"/>
          </a:p>
        </p:txBody>
      </p:sp>
      <p:sp>
        <p:nvSpPr>
          <p:cNvPr id="6" name="Figure"/>
          <p:cNvSpPr/>
          <p:nvPr>
            <p:ph idx="106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Footer Section"/>
          <p:cNvSpPr/>
          <p:nvPr>
            <p:ph idx="107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Footer Number"/>
          <p:cNvSpPr/>
          <p:nvPr>
            <p:ph idx="109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2857500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Body"/>
          <p:cNvSpPr/>
          <p:nvPr>
            <p:ph idx="104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6" name="Figure"/>
          <p:cNvSpPr/>
          <p:nvPr>
            <p:ph idx="106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Footer Section"/>
          <p:cNvSpPr/>
          <p:nvPr>
            <p:ph idx="107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Footer Number"/>
          <p:cNvSpPr/>
          <p:nvPr>
            <p:ph idx="109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3571875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Figure"/>
          <p:cNvSpPr/>
          <p:nvPr>
            <p:ph idx="105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Body"/>
          <p:cNvSpPr/>
          <p:nvPr>
            <p:ph idx="106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7" name="Footer Section"/>
          <p:cNvSpPr/>
          <p:nvPr>
            <p:ph idx="107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Footer Number"/>
          <p:cNvSpPr/>
          <p:nvPr>
            <p:ph idx="109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4365625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Figure"/>
          <p:cNvSpPr/>
          <p:nvPr>
            <p:ph idx="105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Body"/>
          <p:cNvSpPr/>
          <p:nvPr>
            <p:ph idx="106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7" name="Footer Section"/>
          <p:cNvSpPr/>
          <p:nvPr>
            <p:ph idx="107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Footer Number"/>
          <p:cNvSpPr/>
          <p:nvPr>
            <p:ph idx="109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5080000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Body"/>
          <p:cNvSpPr/>
          <p:nvPr>
            <p:ph idx="104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6" name="Figure"/>
          <p:cNvSpPr/>
          <p:nvPr>
            <p:ph idx="106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Figure"/>
          <p:cNvSpPr/>
          <p:nvPr>
            <p:ph idx="108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Footer Section"/>
          <p:cNvSpPr/>
          <p:nvPr>
            <p:ph idx="109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Footer Number"/>
          <p:cNvSpPr/>
          <p:nvPr>
            <p:ph idx="111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5794375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Body"/>
          <p:cNvSpPr/>
          <p:nvPr>
            <p:ph idx="104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6" name="Figure"/>
          <p:cNvSpPr/>
          <p:nvPr>
            <p:ph idx="106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Figure"/>
          <p:cNvSpPr/>
          <p:nvPr>
            <p:ph idx="108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Figure"/>
          <p:cNvSpPr/>
          <p:nvPr>
            <p:ph idx="110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Footer Section"/>
          <p:cNvSpPr/>
          <p:nvPr>
            <p:ph idx="111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Footer Number"/>
          <p:cNvSpPr/>
          <p:nvPr>
            <p:ph idx="113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6508750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Body"/>
          <p:cNvSpPr/>
          <p:nvPr>
            <p:ph idx="104" type="body" hasCustomPrompt="1"/>
          </p:nvPr>
        </p:nvSpPr>
        <p:spPr/>
        <p:txBody>
          <a:bodyPr>
            <a:normAutofit/>
          </a:bodyPr>
          <a:lstStyle/>
          <a:p>
            <a:endParaRPr lang="en-US" sz="1450" dirty="0"/>
          </a:p>
        </p:txBody>
      </p:sp>
      <p:sp>
        <p:nvSpPr>
          <p:cNvPr id="6" name="Figure"/>
          <p:cNvSpPr/>
          <p:nvPr>
            <p:ph idx="106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Figure"/>
          <p:cNvSpPr/>
          <p:nvPr>
            <p:ph idx="109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Footer Section"/>
          <p:cNvSpPr/>
          <p:nvPr>
            <p:ph idx="110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Footer Number"/>
          <p:cNvSpPr/>
          <p:nvPr>
            <p:ph idx="112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0" name="Body"/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7223125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Figure"/>
          <p:cNvSpPr/>
          <p:nvPr>
            <p:ph idx="105" type="pic"/>
          </p:nvPr>
        </p:nvSpPr>
        <p:spPr/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Footer Section"/>
          <p:cNvSpPr/>
          <p:nvPr>
            <p:ph idx="106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7" name="Footer Number"/>
          <p:cNvSpPr/>
          <p:nvPr>
            <p:ph idx="108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gress"/>
          <p:cNvSpPr/>
          <p:nvPr/>
        </p:nvSpPr>
        <p:spPr>
          <a:xfrm>
            <a:off x="2730500" y="6261100"/>
            <a:ext cx="7937500" cy="50800"/>
          </a:xfrm>
          <a:prstGeom prst="roundRect">
            <a:avLst>
              <a:gd name="adj" fmla="val 50400"/>
            </a:avLst>
          </a:prstGeom>
          <a:solidFill>
            <a:srgbClr val="22C55E"/>
          </a:solidFill>
          <a:ln/>
        </p:spPr>
      </p:sp>
      <p:sp>
        <p:nvSpPr>
          <p:cNvPr id="3" name="Kicker"/>
          <p:cNvSpPr/>
          <p:nvPr>
            <p:ph idx="102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itle"/>
          <p:cNvSpPr/>
          <p:nvPr>
            <p:ph idx="103" type="title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5" name="Footer Section"/>
          <p:cNvSpPr/>
          <p:nvPr>
            <p:ph idx="104" type="body" hasCustomPrompt="1"/>
          </p:nvPr>
        </p:nvSpPr>
        <p:spPr/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Footer Number"/>
          <p:cNvSpPr/>
          <p:nvPr>
            <p:ph idx="106" type="body" hasCustomPrompt="1"/>
          </p:nvPr>
        </p:nvSpPr>
        <p:spPr/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V Lab">
  <a:themeElements>
    <a:clrScheme name="SUV Lab">
      <a:dk1>
        <a:srgbClr val="0F172A"/>
      </a:dk1>
      <a:lt1>
        <a:srgbClr val="FFFFFF"/>
      </a:lt1>
      <a:dk2>
        <a:srgbClr val="475569"/>
      </a:dk2>
      <a:lt2>
        <a:srgbClr val="DBEAFE"/>
      </a:lt2>
      <a:accent1>
        <a:srgbClr val="3B82F6"/>
      </a:accent1>
      <a:accent2>
        <a:srgbClr val="1D4ED8"/>
      </a:accent2>
      <a:accent3>
        <a:srgbClr val="22C55E"/>
      </a:accent3>
      <a:accent4>
        <a:srgbClr val="FBBF24"/>
      </a:accent4>
      <a:accent5>
        <a:srgbClr val="F87171"/>
      </a:accent5>
      <a:accent6>
        <a:srgbClr val="7C3AED"/>
      </a:accent6>
      <a:hlink>
        <a:srgbClr val="3B82F6"/>
      </a:hlink>
      <a:folHlink>
        <a:srgbClr val="1D4ED8"/>
      </a:folHlink>
    </a:clrScheme>
    <a:fontScheme name="SUV Lab">
      <a:majorFont>
        <a:latin typeface="Nunito"/>
        <a:ea typeface="Noto Sans KR"/>
        <a:cs typeface=""/>
        <a:font script="Jpan" typeface="游ゴシック Light"/>
        <a:font script="Hang" typeface="Noto Sans KR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tkinson Hyperlegible"/>
        <a:ea typeface="Noto Sans KR"/>
        <a:cs typeface=""/>
        <a:font script="Jpan" typeface="游ゴシック"/>
        <a:font script="Hang" typeface="Noto Sans K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SUV Lab Seminar Template</dc:title>
  <dc:subject>PptxGenJS Presentation</dc:subject>
  <dc:creator>SUV Lab</dc:creator>
  <cp:lastModifiedBy>SUV Lab</cp:lastModifiedBy>
  <cp:revision>1</cp:revision>
  <dcterms:created xsi:type="dcterms:W3CDTF">2026-10-12T13:52:52Z</dcterms:created>
  <dcterms:modified xsi:type="dcterms:W3CDTF">2026-10-12T13:52:52Z</dcterms:modified>
</cp:coreProperties>
</file>